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928"/>
    <a:srgbClr val="121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4517" autoAdjust="0"/>
  </p:normalViewPr>
  <p:slideViewPr>
    <p:cSldViewPr snapToGrid="0">
      <p:cViewPr varScale="1">
        <p:scale>
          <a:sx n="75" d="100"/>
          <a:sy n="75" d="100"/>
        </p:scale>
        <p:origin x="144" y="-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039074-1876-4A3D-A878-5FD52540A3C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C89EA-4E8E-4203-9565-0F2F178D5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29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C89EA-4E8E-4203-9565-0F2F178D5C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0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F2EEB-82A8-96ED-D676-CA4C3D1DB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6C7400-A95A-AC24-FBEF-375315E5A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DD54F-81C5-69AB-1852-E1EDB8100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22A7-05A5-4E1D-ABB0-5AEB1EEF269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3F1ED-B185-A7BD-62BD-9F713B45D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5E67C-6878-BD4B-729D-D031F4E4C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FCDE3-69DE-481F-B59F-AC2AEC5D4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8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D13E5-AB24-6B09-DB5E-0B91DDF01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41814-9609-D017-C430-44E83703D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38CBB-981E-5C79-9C58-6F5B20AE4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22A7-05A5-4E1D-ABB0-5AEB1EEF269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FEFA0-37C4-28B2-B225-3D9182D85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6DC14-D8FF-D75D-FB55-849119518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FCDE3-69DE-481F-B59F-AC2AEC5D4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372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71675-269B-4C68-BC9A-FBF15A501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02CBD-2CB5-0598-E08D-624462A7A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BFBC8-CF28-932F-F975-8A1DA1F15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22A7-05A5-4E1D-ABB0-5AEB1EEF269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A0567-BD7B-52AC-99A8-26BEE981C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FE9C2-01F0-1EF0-EDF0-F17AA8AE1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FCDE3-69DE-481F-B59F-AC2AEC5D4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8CF46-7DA2-F6B0-A722-DD7EC66DF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5A1B5-10DD-AACB-8C07-D82373F187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ABCA02-B33B-E956-1111-B3B796E51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736D5-78F6-2BFA-34F6-A9C6D003F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22A7-05A5-4E1D-ABB0-5AEB1EEF269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61FDD-5899-7B08-4788-257A2827F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8AFD96-0B95-F030-7F15-E014172F2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FCDE3-69DE-481F-B59F-AC2AEC5D4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9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33DE1-517D-3B4C-3845-0673572E7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319E2-6932-844C-F021-F6CBA9F34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3059D9-31E4-79DA-52E0-E3E9FBA85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EAADFE-FA64-C234-E9EF-BDCA41A39E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D94906-60C1-F0DA-A5D0-A976A2D2E1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5CBDA3-68B3-E271-A04D-CEDDDF55E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22A7-05A5-4E1D-ABB0-5AEB1EEF269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F20432-274C-7BA7-445F-ECAED9647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632560-61C0-6C1F-8FC1-AD6E54E0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FCDE3-69DE-481F-B59F-AC2AEC5D4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2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747A-806B-45BD-E765-DF18AD716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6E733E-EECF-42B5-3EAC-D8820AC65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22A7-05A5-4E1D-ABB0-5AEB1EEF269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7DC971-DE53-8858-5FDA-955B273B0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E8C9DC-C798-1420-0862-FB434C450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FCDE3-69DE-481F-B59F-AC2AEC5D4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29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EA6A1-5236-9B8A-5357-C1E2C655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22A7-05A5-4E1D-ABB0-5AEB1EEF269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608A83-E71F-C85C-28A4-6FB2ADE57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0A2A7-1319-DFC1-C9C9-F48609F70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FCDE3-69DE-481F-B59F-AC2AEC5D4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94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68191-8479-F766-BF69-213458813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733C5-F3A6-0B68-526D-F7B67BC03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21B075-5EA1-B335-C359-1D197C2C9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22811-3845-3F24-0D38-164701EE3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22A7-05A5-4E1D-ABB0-5AEB1EEF269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A0381-DA4A-8233-2D59-CB5C5DDB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04F08-50DD-36D1-8151-921DCA2CE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FCDE3-69DE-481F-B59F-AC2AEC5D4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50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057FF-DD1C-8DB2-E0D6-F8DB43DF8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6BFF76-98A3-95FB-E19E-07741CD766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95E1F-CAEC-1025-C973-D85CD3F34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4CA1D-EF6B-0018-AC78-AE8FC75B3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22A7-05A5-4E1D-ABB0-5AEB1EEF269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A5CC3-0F21-EBCC-551E-93266675D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F312E-FC2C-C568-63A5-653435361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FCDE3-69DE-481F-B59F-AC2AEC5D4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636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1851E-2F38-0FE3-1001-20DBD30A5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FF9780-BE95-FC2B-A0F9-E7FF87AD1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5E6D7-8D8C-AAED-D3D0-8D70D9BFB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22A7-05A5-4E1D-ABB0-5AEB1EEF269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6751D-10C2-3948-72C1-4DF212B28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53BE1-7FDE-EF64-EDB1-0C4A2917C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FCDE3-69DE-481F-B59F-AC2AEC5D4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25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287F9D-8710-177B-1C6C-08FC72ED82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A730C6-A4A1-B033-2F9A-E3D7465A02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0F6A1-068B-B35C-2C03-1CF88A1AB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22A7-05A5-4E1D-ABB0-5AEB1EEF269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52D93-15BB-915B-952A-7F3FCAF85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9750F-DA85-7542-8690-9F809F96D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FCDE3-69DE-481F-B59F-AC2AEC5D4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9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55B1B-C4AC-0EBD-8640-9590E96C0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3E57A-9285-3D5D-3494-479CF8732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381E6-41C2-DA52-9BD3-BC3223DA84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B322A7-05A5-4E1D-ABB0-5AEB1EEF269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73EB2-AE70-75A0-946A-4E6E491AA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C45D3-F09C-1283-3472-F937ECFB5E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2FCDE3-69DE-481F-B59F-AC2AEC5D4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43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5-11-30 180925">
            <a:extLst>
              <a:ext uri="{FF2B5EF4-FFF2-40B4-BE49-F238E27FC236}">
                <a16:creationId xmlns:a16="http://schemas.microsoft.com/office/drawing/2014/main" id="{A916C755-E5D8-7805-0DC2-79CBB4C3D18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" y="0"/>
            <a:ext cx="121793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C2195D1-0788-FCA2-38CE-99BBFF2FE2CC}"/>
              </a:ext>
            </a:extLst>
          </p:cNvPr>
          <p:cNvSpPr/>
          <p:nvPr/>
        </p:nvSpPr>
        <p:spPr>
          <a:xfrm>
            <a:off x="825911" y="5358580"/>
            <a:ext cx="2222090" cy="491613"/>
          </a:xfrm>
          <a:prstGeom prst="rect">
            <a:avLst/>
          </a:prstGeom>
          <a:solidFill>
            <a:srgbClr val="1218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D1D5D4CC-2A33-6649-11E5-7DD9338E9A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137" y="-1"/>
            <a:ext cx="13930407" cy="73955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BD7CBB3-92A6-A0E7-1F3B-3D451E2E4FDB}"/>
              </a:ext>
            </a:extLst>
          </p:cNvPr>
          <p:cNvSpPr/>
          <p:nvPr/>
        </p:nvSpPr>
        <p:spPr>
          <a:xfrm>
            <a:off x="3798277" y="6481187"/>
            <a:ext cx="5446207" cy="743578"/>
          </a:xfrm>
          <a:prstGeom prst="rect">
            <a:avLst/>
          </a:prstGeom>
          <a:solidFill>
            <a:srgbClr val="1419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793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in a meeting&#10;&#10;AI-generated content may be incorrect.">
            <a:extLst>
              <a:ext uri="{FF2B5EF4-FFF2-40B4-BE49-F238E27FC236}">
                <a16:creationId xmlns:a16="http://schemas.microsoft.com/office/drawing/2014/main" id="{4D8BD53C-3206-6CDD-5EED-7972BE852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16"/>
            <a:ext cx="12192000" cy="6827167"/>
          </a:xfrm>
          <a:prstGeom prst="rect">
            <a:avLst/>
          </a:prstGeom>
        </p:spPr>
      </p:pic>
      <p:pic>
        <p:nvPicPr>
          <p:cNvPr id="5" name="Picture 4" descr="A screenshot of a web page">
            <a:extLst>
              <a:ext uri="{FF2B5EF4-FFF2-40B4-BE49-F238E27FC236}">
                <a16:creationId xmlns:a16="http://schemas.microsoft.com/office/drawing/2014/main" id="{EA2EE717-C71B-79D5-D71B-64183695D8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18" t="18700" r="23788" b="-4273"/>
          <a:stretch/>
        </p:blipFill>
        <p:spPr>
          <a:xfrm>
            <a:off x="6189406" y="1455175"/>
            <a:ext cx="5895121" cy="511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628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">
            <a:extLst>
              <a:ext uri="{FF2B5EF4-FFF2-40B4-BE49-F238E27FC236}">
                <a16:creationId xmlns:a16="http://schemas.microsoft.com/office/drawing/2014/main" id="{F8B8F996-645B-F430-3DAA-639B8D3F8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10"/>
            <a:ext cx="12192000" cy="676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021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9D90DE4B-45CB-1738-88C5-62952EABDA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9"/>
            <a:ext cx="12192000" cy="685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7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1F8ED11F-39C8-623E-D897-F36A225F7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99"/>
          <a:stretch/>
        </p:blipFill>
        <p:spPr>
          <a:xfrm>
            <a:off x="0" y="0"/>
            <a:ext cx="129724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50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944EB669-16F7-FE44-6597-4B1097EA01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769"/>
            <a:ext cx="12192000" cy="653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915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">
            <a:extLst>
              <a:ext uri="{FF2B5EF4-FFF2-40B4-BE49-F238E27FC236}">
                <a16:creationId xmlns:a16="http://schemas.microsoft.com/office/drawing/2014/main" id="{89220F40-EEF7-C6CD-A8DB-AC230E732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  <p:pic>
        <p:nvPicPr>
          <p:cNvPr id="5" name="Picture 4" descr="A screenshot of a computer program">
            <a:extLst>
              <a:ext uri="{FF2B5EF4-FFF2-40B4-BE49-F238E27FC236}">
                <a16:creationId xmlns:a16="http://schemas.microsoft.com/office/drawing/2014/main" id="{7F58B4CD-86D5-0C1A-51E8-07145155F4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25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481AB4E5-C9F1-84FA-E6C4-7A32DC1AF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888"/>
            <a:ext cx="12192000" cy="6778224"/>
          </a:xfrm>
          <a:prstGeom prst="rect">
            <a:avLst/>
          </a:prstGeom>
        </p:spPr>
      </p:pic>
      <p:pic>
        <p:nvPicPr>
          <p:cNvPr id="5" name="Picture 4" descr="A screenshot of a website">
            <a:extLst>
              <a:ext uri="{FF2B5EF4-FFF2-40B4-BE49-F238E27FC236}">
                <a16:creationId xmlns:a16="http://schemas.microsoft.com/office/drawing/2014/main" id="{1C30A18F-DAFE-D94A-D1E4-1C9E8264CF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87" t="2064" r="28469" b="-1"/>
          <a:stretch/>
        </p:blipFill>
        <p:spPr>
          <a:xfrm>
            <a:off x="6371304" y="973394"/>
            <a:ext cx="5358580" cy="547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120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dashboard">
            <a:extLst>
              <a:ext uri="{FF2B5EF4-FFF2-40B4-BE49-F238E27FC236}">
                <a16:creationId xmlns:a16="http://schemas.microsoft.com/office/drawing/2014/main" id="{3CCE7532-AE25-518C-04E0-6A8941446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870"/>
            <a:ext cx="12192000" cy="66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86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D296746E-9883-3D94-2C21-649DEBCD0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041"/>
            <a:ext cx="12192000" cy="663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51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video game">
            <a:extLst>
              <a:ext uri="{FF2B5EF4-FFF2-40B4-BE49-F238E27FC236}">
                <a16:creationId xmlns:a16="http://schemas.microsoft.com/office/drawing/2014/main" id="{6C4E5026-0BAC-B407-1A13-B077A6197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" y="0"/>
            <a:ext cx="121820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72508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</Words>
  <Application>Microsoft Office PowerPoint</Application>
  <PresentationFormat>Widescreen</PresentationFormat>
  <Paragraphs>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Liton</dc:creator>
  <cp:lastModifiedBy>Md Liton</cp:lastModifiedBy>
  <cp:revision>3</cp:revision>
  <dcterms:created xsi:type="dcterms:W3CDTF">2025-11-30T12:21:13Z</dcterms:created>
  <dcterms:modified xsi:type="dcterms:W3CDTF">2025-12-14T08:52:45Z</dcterms:modified>
</cp:coreProperties>
</file>